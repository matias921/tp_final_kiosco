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9" d="100"/>
          <a:sy n="89" d="100"/>
        </p:scale>
        <p:origin x="26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42CE5-037F-EADC-00E7-EFB62C675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72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4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0</Words>
  <Application>Microsoft Office PowerPoint</Application>
  <PresentationFormat>Personalizado</PresentationFormat>
  <Paragraphs>0</Paragraphs>
  <Slides>14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Matias Ruff</cp:lastModifiedBy>
  <cp:revision>2</cp:revision>
  <dcterms:created xsi:type="dcterms:W3CDTF">2006-08-16T00:00:00Z</dcterms:created>
  <dcterms:modified xsi:type="dcterms:W3CDTF">2026-06-10T16:29:30Z</dcterms:modified>
</cp:coreProperties>
</file>